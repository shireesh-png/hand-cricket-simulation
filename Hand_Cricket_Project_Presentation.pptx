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 Cricket Game –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 graphical Hand Cricket game using Python that allows a user to play against the computer with real-time interaction.</a:t>
            </a:r>
          </a:p>
          <a:p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 toss, batting, bowling, scoring, and match result logic</a:t>
            </a:r>
          </a:p>
          <a:p>
            <a:pPr marL="0" indent="0">
              <a:buNone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 a user-friendly GUI with buttons and keyboard input</a:t>
            </a:r>
          </a:p>
          <a:p>
            <a:pPr marL="0" indent="0">
              <a:buNone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 commentary, scores, targets, and animations</a:t>
            </a:r>
          </a:p>
          <a:p>
            <a:pPr marL="0" indent="0">
              <a:buNone/>
            </a:pP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 smooth gameplay with reset and full-screen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652"/>
            <a:ext cx="8229600" cy="766916"/>
          </a:xfrm>
        </p:spPr>
        <p:txBody>
          <a:bodyPr>
            <a:normAutofit/>
          </a:bodyPr>
          <a:lstStyle/>
          <a:p>
            <a:r>
              <a:rPr dirty="0"/>
              <a:t>Methodology, Tools &amp;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9871"/>
            <a:ext cx="8229600" cy="54034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Algorithm:</a:t>
            </a:r>
          </a:p>
          <a:p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Initialize GUI and game variables</a:t>
            </a:r>
          </a:p>
          <a:p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Ask user to select overs</a:t>
            </a:r>
          </a:p>
          <a:p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Perform toss and decide batting/bowling</a:t>
            </a:r>
          </a:p>
          <a:p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Start first innings and process each ball</a:t>
            </a:r>
          </a:p>
          <a:p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Detect out condition and set target</a:t>
            </a:r>
          </a:p>
          <a:p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Start second innings and compare scores</a:t>
            </a:r>
          </a:p>
          <a:p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Declare winner and allow reset</a:t>
            </a:r>
          </a:p>
          <a:p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 &amp; Libraries:</a:t>
            </a:r>
          </a:p>
          <a:p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3</a:t>
            </a:r>
          </a:p>
          <a:p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GUI development</a:t>
            </a:r>
          </a:p>
          <a:p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Random – Computer move generation</a:t>
            </a:r>
          </a:p>
          <a:p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 – Animation timing</a:t>
            </a:r>
          </a:p>
          <a:p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Code:</a:t>
            </a:r>
          </a:p>
          <a:p>
            <a:pPr marL="0" indent="0">
              <a:buNone/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Implemented using an object-oriented approach</a:t>
            </a:r>
          </a:p>
          <a:p>
            <a:pPr marL="0" indent="0">
              <a:buNone/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Encapsulated in </a:t>
            </a:r>
            <a:r>
              <a:rPr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HandCricketGUI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</a:p>
          <a:p>
            <a:pPr marL="0" indent="0">
              <a:buNone/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Handles UI, game logic, animation, and events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190</Words>
  <Application>Microsoft Office PowerPoint</Application>
  <PresentationFormat>On-screen Show (4:3)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Hand Cricket Game – Problem Statement</vt:lpstr>
      <vt:lpstr>Methodology, Tools &amp; Code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SHIREESH REDDY</cp:lastModifiedBy>
  <cp:revision>2</cp:revision>
  <dcterms:created xsi:type="dcterms:W3CDTF">2013-01-27T09:14:16Z</dcterms:created>
  <dcterms:modified xsi:type="dcterms:W3CDTF">2025-12-14T14:04:06Z</dcterms:modified>
  <cp:category/>
</cp:coreProperties>
</file>